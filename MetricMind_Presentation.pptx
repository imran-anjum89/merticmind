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MetricMind</a:t>
            </a:r>
          </a:p>
          <a:p>
            <a:pPr>
              <a:spcBef>
                <a:spcPts val="800"/>
              </a:spcBef>
              <a:defRPr sz="2800" b="1">
                <a:solidFill>
                  <a:srgbClr val="38BDF8"/>
                </a:solidFill>
              </a:defRPr>
            </a:pPr>
            <a:r>
              <a:t>Enterprise Governed Conversational BI Engine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Modern Data Stack • Cube.dev Semantic Layer • dbt Transforms • LangChain Agent • Zero-SQL Injection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100584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PROJECT DEVELOPMENT TEAM</a:t>
            </a:r>
          </a:p>
          <a:p>
            <a:pPr>
              <a:spcAft>
                <a:spcPts val="600"/>
              </a:spcAft>
              <a:defRPr sz="2000" b="1">
                <a:solidFill>
                  <a:srgbClr val="F8FAFC"/>
                </a:solidFill>
              </a:defRPr>
            </a:pPr>
            <a:r>
              <a:t>Md Imran Ali  —  Lead Architect &amp; Core Developer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Vishnu  —  Project Contributor &amp; Analytics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METRICMIND ENTERPRISE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Industry Problem: Why Naive Text-to-SQL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EF4444"/>
                </a:solidFill>
              </a:defRPr>
            </a:pPr>
            <a:r>
              <a:t>1. LLM Hallucinations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LLMs frequently invent non-existent column names and join paths.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Synthesizes invalid SQL syntax on complex aggregations.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Inconsistent business definitions across departments (e.g. Gross Margin vs Operating Margin).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Zero auditing or deterministic validation of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9E0B"/>
                </a:solidFill>
              </a:defRPr>
            </a:pPr>
            <a:r>
              <a:t>2. Security &amp; SQL Injection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Unrestricted SQL generation allows malicious DROP/TRUNCATE queries.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Exposes underlying raw schemas and customer PII to LLM prompts.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Bypasses corporate data masking and role-based access rules.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Unbounded query costs with runaway full-table scans.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3. The MetricMind Fix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Strict Semantic Layer: Direct raw SQL generation is completely blocked.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AI outputs strictly validated Cube.dev JSON query payloads.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Guaranteed metric consistency across all regions and quarters.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Deterministic explanations paired with interactive ECharts visuals.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METRICMIND ENTERPRISE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MetricMind Solution: Governed Semantic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Core Innovation: Semantic-Layer First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Prohibits Free-Form SQL: Agent maps natural language queries exclusively to pre-governed Cube.dev JSON schemas.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dbt-Engineered Transformations: Clean analytical views (fact_sales, dim_customers, dim_products, dim_regions).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Deterministic KPI Calculations: Margins, revenues, profits, and tariffs calculated identically every single time.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Multi-Step Agent Reasoning: Performs sequential queries (Trend -&gt; Cost breakdown -&gt; Product breakdown) before synthesizing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A855F7"/>
                </a:solidFill>
              </a:defRPr>
            </a:pPr>
            <a:r>
              <a:t>Key Business Advantages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Complete Auditability: Every answer includes a Transparency Inspector revealing the exact JSON payload and generated SQL.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Zero Database Lock-in: Runs on native SQLite for offline dev and zero-dependency in-memory engine on Vercel.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Self-Service Ingestion: Admin panel allows instantaneous upload of new business datasets with real-time reload.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Production-Grade Compliance: Built-in 20-point regulatory standards framework (GDPR, CCPA, EU AI Act, WCAG).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METRICMIND ENTERPRISE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1. Ingestion / Data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Orders Fact Data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Products Catalog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Customer Master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Shipping &amp; Logistics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Raw Material Costs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Regional Territories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960 Mock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874519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2. dbt Transform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stg_customers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stg_shipping_costs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stg_material_costs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dim_regions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dim_products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dim_customers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fact_sales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A855F7"/>
                </a:solidFill>
              </a:defRPr>
            </a:pPr>
            <a:r>
              <a:t>3. Governed Cube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MEASURE_MAP: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Revenue, Cost, Profit, Margin %, Shipping, Material, Order Count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DIMENSION_MAP: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Region, Category, Segment, Carrier, Quarter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874519"/>
            <a:ext cx="1920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4. AI &amp; Frontend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LangChain Agent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Intent Detection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Multi-Step Planner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Next.js 14 App Router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Apache ECharts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Admin Dataset Hub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Compliance Modals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METRICMIND ENTERPRISE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Multi-Step LangChain Agent &amp; Analytical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ROOT CAUSE ANALYSIS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Triggers on: 'Why did European margins drop?'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Steps: 3 sequential queries (Margin Trend -&gt; Shipping vs Material -&gt; Product Category).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COST BREAKDOWN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Triggers on: 'Shipping vs material costs'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Deconstructs logistics fees, fuel surcharges, and procurement tariff surcharges.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A855F7"/>
                </a:solidFill>
              </a:defRPr>
            </a:pPr>
            <a:r>
              <a:t>PRODUCT ANALYSIS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Triggers on: 'Product category breakdown'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Analyzes Hardware, Software, Peripherals with margin tiers and unit profitability.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A855F7"/>
                </a:solidFill>
              </a:defRPr>
            </a:pPr>
            <a:r>
              <a:t>SEGMENT ANALYSIS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Triggers on: 'Enterprise vs SMB revenue'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Evaluates order volume, revenue yield, and profit margins across client segments.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11480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COST GOVERNANCE AUDIT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Triggers on: 'Cost governance report'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Audits EuroFreight vs Pacific Cargo and flags high-tariff raw material purchase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343400"/>
            <a:ext cx="2743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REGIONAL BENCHMARK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Triggers on: 'Regional overview'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Cross-compares Europe, North America, India, and Japan revenue, costs, and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METRICMIND ENTERPRISE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Interactive Data Visualizations (Apache ECharts)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Dynamic Visualization Engine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Dual-Axis Margin Trends: Correlates revenue volume against percentage margin erosion across fiscal quarters.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Stacked Cost Breakdown: Disaggregates logistics freight, fuel surcharges, material costs, and tariff ratios in a single view.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Category Share Donuts: Visualizes product revenue split and highlights low-margin hardware vs high-margin SaaS.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Enterprise Segment Benchmark: Side-by-side bar comparisons highlighting high-volume SMB vs high-margin Enterprise accounts.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Carrier Governance Charts: Highlights logistics carrier performance and shipping cost spikes.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Transparency &amp; Governance Inspector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Direct SQL Blocked Badge: Visual guarantee that no arbitrary SQL was executed.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Reasoning Chain: Step-by-step audit log of agent deductions and sub-queries.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Governed Cube Payload: Inspectable JSON query payload sent to the semantic layer.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Equivalent SQL View: Shows the deterministic SQL query materialized against SQLite/warehouse.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Cost &amp; Complexity Rating: Provides execution row counts and computational complexity rating (Low/Medium/High).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METRICMIND ENTERPRISE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Self-Service Dataset Ingestion &amp; Admin Panel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1. Live Dataset Inspector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Real-time metadata inspection across all 6 core business files.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Displays active row counts, file sizes, and schema definitions.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Instant 3-row data preview modal for quick verification.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Accessible via in-app modal and standalone /admin route.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2. Drag-and-Drop Upload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Multipart form data upload endpoint (/api/admin/upload).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Live file validation preventing schema mismatch and corrupted CSVs.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Instant warehouse re-indexing: Automatically drops old views, recreates tables, and re-materializes dbt models.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Immediate agent synchronization with newly ingested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A855F7"/>
                </a:solidFill>
              </a:defRPr>
            </a:pPr>
            <a:r>
              <a:t>3. Template Downloader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Provides pre-formatted sample template (sample_orders_template.csv).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Includes standard columns: order_id, date, customer_id, product_id, quantity, revenue.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Allows external business users to test custom transactions immediately.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Secure path-traversal protected download endpoint (/api/admin/download).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METRICMIND ENTERPRISE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20-Point Regulatory &amp; Consumer Protection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Consumer Trust &amp; Legal Compliance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1. Privacy Policy: Discloses data processing &amp; retention.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2. Terms of Service: Governed analytical usage terms.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3. Refund Policy: Software SLA &amp; refund standards.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4. Cookie Policy: Categorization of essential tokens.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5. Cookie Consent Banner: Floating preference selector.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6. Form Consents: Explicit opt-in on file uploads.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7. Data Minimization: Zero personal PII ingested.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8. Third-Party Audits: Zero tracking scripts or pixels.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9. Zero Dark Patterns: Neutral, non-deceptive interface.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10. No Hidden Fees: Transparent compute &amp; warehouse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Accessibility, Safety &amp; AI Governance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11. Verified Testimonials: Zero fake reviews.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12. Evidence-Based Claims: Audited latency &amp; accuracy.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13. Accessibility Alt Text: ARIA labels on charts &amp; SVGs.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14. WCAG Contrast: High-contrast ratios (&gt; 4.5:1).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15. Keyboard Navigation: Tab, Shift+Tab &amp; Escape focus traps.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16. Business Details: Registered corporate identity.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17. Age Consent: Strict COPPA compliance for B2B use.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18. Email Unsubscribe: 1-click preference management.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19. AI Governance: Governed JSON API &amp; row caps.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20. Data Deletion: GDPR Article 17 Right-to-be-Forgotten.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METRICMIND ENTERPRISE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Production Deployment &amp; Serverless Resilience (Vercel)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Vercel Monorepo Deployment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Root vercel.json: Manages buildCommand ('npm --prefix frontend run build') and outputDirectory ('frontend/.next').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Universal Engine Bridge: Created frontend/src/lib/engine.js to seamlessly resolve semantic models from repo root or subfolder.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Next.js Output File Tracing: Configured outputFileTracingIncludes in next.config.js to package CSV data into AWS Lambda serverless functions.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Pushed to GitHub: Continuous deployment connected to origin/main on GitHub (Imran-Anjum89/MerticMind).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A855F7"/>
                </a:solidFill>
              </a:defRPr>
            </a:pPr>
            <a:r>
              <a:t>The GLIBC Fix: Pure-JS Fallback Engine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The Challenge: Prebuilt C++ sqlite3 binaries required GLIBC_2.38, causing ERR_DLOPEN_FAILED on Amazon Linux serverless runners.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The Solution: Engineered a high-performance Pure-JS In-Memory Analytical Engine into semanticEngine.js.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Zero-Native Dependencies: Operates with 100% precision without needing native C++ addon compilation.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Dual-Mode Resilience: Uses SQLite when available locally, and seamlessly switches to pure-JS in serverless environments.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METRICMIND ENTERPRISE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Summary, Project Impact &amp; Team Credits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Key Achievements &amp; Impact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9/9 Backend Tests Passing: Complete verification of all 6 analytical scenarios and governance security rules.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Sub-100ms Query Execution: In-memory analytical layer delivers instantaneous answers to business executives.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100% Deterministic KPI Accuracy: Completely eliminates LLM SQL hallucination and calculation discrepancies.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Full Enterprise Compliance: Complete 20-point consumer protection and governance framework.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Live Production Deployment: Ready for production use on Vercel with zero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Project Development Team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Md Imran Ali  —  Lead Architect &amp; Core Developer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 • Architecture Design &amp; Next.js 14 Web Application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 • Governed Semantic Layer &amp; Dual-Mode Analytical Engine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 • LangChain Multi-Step Reasoning Agent &amp; ECharts Integration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 • 20-Point Compliance Hub &amp; Vercel Deployment Orchestration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Vishnu  —  Project Contributor &amp; Analytics Engineer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 • Dimensional Modeling &amp; dbt Transformation Design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 • Dataset Quality Engineering &amp; Scenario Validation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  • Admin Dataset Ingestion Testing &amp; Edge-Case QA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